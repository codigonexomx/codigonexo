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02f1e558440ce" /><Relationship Type="http://schemas.openxmlformats.org/officeDocument/2006/relationships/extended-properties" Target="/docProps/app.xml" Id="R41dc6d7176e24268" /><Relationship Type="http://schemas.openxmlformats.org/officeDocument/2006/relationships/officeDocument" Target="/ppt/presentation.xml" Id="R7999db782e22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bae91d9ec4e0d"/>
  </p:sldMasterIdLst>
  <p:notesMasterIdLst>
    <p:notesMasterId xmlns:r="http://schemas.openxmlformats.org/officeDocument/2006/relationships" r:id="R2cccac5d336148d3"/>
  </p:notesMasterIdLst>
  <p:sldIdLst>
    <p:sldId xmlns:r="http://schemas.openxmlformats.org/officeDocument/2006/relationships" id="256" r:id="Rf8866d268f64403a"/>
    <p:sldId xmlns:r="http://schemas.openxmlformats.org/officeDocument/2006/relationships" id="257" r:id="Re15d31a2aecc4cc4"/>
    <p:sldId xmlns:r="http://schemas.openxmlformats.org/officeDocument/2006/relationships" id="258" r:id="R090d2d94ec384a90"/>
    <p:sldId xmlns:r="http://schemas.openxmlformats.org/officeDocument/2006/relationships" id="259" r:id="R0e8bd48b5f504f88"/>
    <p:sldId xmlns:r="http://schemas.openxmlformats.org/officeDocument/2006/relationships" id="260" r:id="R8846aaac4b114030"/>
    <p:sldId xmlns:r="http://schemas.openxmlformats.org/officeDocument/2006/relationships" id="261" r:id="Rc872e2f1f14944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48bca46dae4024" /><Relationship Type="http://schemas.openxmlformats.org/officeDocument/2006/relationships/slideMaster" Target="/ppt/slideMasters/slideMaster1.xml" Id="R651bae91d9ec4e0d" /><Relationship Type="http://schemas.openxmlformats.org/officeDocument/2006/relationships/notesMaster" Target="/ppt/notesMasters/notesMaster1.xml" Id="R2cccac5d336148d3" /><Relationship Type="http://schemas.openxmlformats.org/officeDocument/2006/relationships/presProps" Target="/ppt/presProps.xml" Id="Rf5a0fde225804f8f" /><Relationship Type="http://schemas.openxmlformats.org/officeDocument/2006/relationships/tableStyles" Target="/ppt/tableStyles.xml" Id="R528a58d5b3fa4208" /><Relationship Type="http://schemas.openxmlformats.org/officeDocument/2006/relationships/slide" Target="/ppt/slides/slide1.xml" Id="Rf8866d268f64403a" /><Relationship Type="http://schemas.openxmlformats.org/officeDocument/2006/relationships/slide" Target="/ppt/slides/slide2.xml" Id="Re15d31a2aecc4cc4" /><Relationship Type="http://schemas.openxmlformats.org/officeDocument/2006/relationships/slide" Target="/ppt/slides/slide3.xml" Id="R090d2d94ec384a90" /><Relationship Type="http://schemas.openxmlformats.org/officeDocument/2006/relationships/slide" Target="/ppt/slides/slide4.xml" Id="R0e8bd48b5f504f88" /><Relationship Type="http://schemas.openxmlformats.org/officeDocument/2006/relationships/slide" Target="/ppt/slides/slide5.xml" Id="R8846aaac4b114030" /><Relationship Type="http://schemas.openxmlformats.org/officeDocument/2006/relationships/slide" Target="/ppt/slides/slide6.xml" Id="Rc872e2f1f149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3c7832509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be0c9f1721492e" /><Relationship Type="http://schemas.openxmlformats.org/officeDocument/2006/relationships/notesMaster" Target="/ppt/notesMasters/notesMaster1.xml" Id="R6cc9da1e3b2d42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55dd35b714cc2" /><Relationship Type="http://schemas.openxmlformats.org/officeDocument/2006/relationships/notesMaster" Target="/ppt/notesMasters/notesMaster1.xml" Id="R5c576a567883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f417e426d4d98" /><Relationship Type="http://schemas.openxmlformats.org/officeDocument/2006/relationships/notesMaster" Target="/ppt/notesMasters/notesMaster1.xml" Id="Re79207cdde744c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b6fc1d0094a44" /><Relationship Type="http://schemas.openxmlformats.org/officeDocument/2006/relationships/notesMaster" Target="/ppt/notesMasters/notesMaster1.xml" Id="R76a3e4db3cc44f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0f4214221c4c5c" /><Relationship Type="http://schemas.openxmlformats.org/officeDocument/2006/relationships/notesMaster" Target="/ppt/notesMasters/notesMaster1.xml" Id="Rf3db732b2ba04f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5fdcfedb474742" /><Relationship Type="http://schemas.openxmlformats.org/officeDocument/2006/relationships/notesMaster" Target="/ppt/notesMasters/notesMaster1.xml" Id="R1ba53707db814a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4986fee3f46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a64c4881542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db9098d084b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9ac45c4e548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a15da963144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20317cbec48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BC5E4E-2C84-43D6-880C-EF2CF88DF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27B386-25ED-4FD9-9B4E-912529D309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C3BD7F-7630-4B02-829F-C6381AEB7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50C895-D3BB-47E5-AE59-DD92B1EB5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5A2312-1B0D-4FB5-9ABD-7FA0BDA4C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476EC3-171C-48EE-85CE-07A1CEF1E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E1F612-70F3-4CCA-9279-45D67A9FE5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4B821E-38B8-43A9-8099-D0FF448E15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9C23EA-37A1-4DF7-92C9-E68B1EF76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A7B75D-9FC9-41F3-A43D-D73BD5825B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26b7bd33a744d5" /><Relationship Type="http://schemas.openxmlformats.org/officeDocument/2006/relationships/slideLayout" Target="/ppt/slideLayouts/slideLayout1.xml" Id="R60ffc1bd1f844e89" /><Relationship Type="http://schemas.openxmlformats.org/officeDocument/2006/relationships/slideLayout" Target="/ppt/slideLayouts/slideLayout2.xml" Id="R390327e36ec64664" /><Relationship Type="http://schemas.openxmlformats.org/officeDocument/2006/relationships/slideLayout" Target="/ppt/slideLayouts/slideLayout3.xml" Id="Rfe415d1b28b6422c" /><Relationship Type="http://schemas.openxmlformats.org/officeDocument/2006/relationships/slideLayout" Target="/ppt/slideLayouts/slideLayout4.xml" Id="Rff371bdbf27844d1" /><Relationship Type="http://schemas.openxmlformats.org/officeDocument/2006/relationships/slideLayout" Target="/ppt/slideLayouts/slideLayout5.xml" Id="R8a4cddf37e424127" /><Relationship Type="http://schemas.openxmlformats.org/officeDocument/2006/relationships/slideLayout" Target="/ppt/slideLayouts/slideLayout6.xml" Id="R223601e0c3a446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fc1bd1f844e89"/>
    <p:sldLayoutId xmlns:r="http://schemas.openxmlformats.org/officeDocument/2006/relationships" id="2147483650" r:id="R390327e36ec64664"/>
    <p:sldLayoutId xmlns:r="http://schemas.openxmlformats.org/officeDocument/2006/relationships" id="2147483651" r:id="Rfe415d1b28b6422c"/>
    <p:sldLayoutId xmlns:r="http://schemas.openxmlformats.org/officeDocument/2006/relationships" id="2147483652" r:id="Rff371bdbf27844d1"/>
    <p:sldLayoutId xmlns:r="http://schemas.openxmlformats.org/officeDocument/2006/relationships" id="2147483653" r:id="R8a4cddf37e424127"/>
    <p:sldLayoutId xmlns:r="http://schemas.openxmlformats.org/officeDocument/2006/relationships" id="2147483654" r:id="R223601e0c3a446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5fc3b4c7349cc" /><Relationship Type="http://schemas.openxmlformats.org/officeDocument/2006/relationships/notesSlide" Target="/ppt/notesSlides/notesSlide1.xml" Id="R0b40bee59ec9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dc5704cff4d9d" /><Relationship Type="http://schemas.openxmlformats.org/officeDocument/2006/relationships/notesSlide" Target="/ppt/notesSlides/notesSlide2.xml" Id="R8ed7d9d52a7b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9147f8a974a16" /><Relationship Type="http://schemas.openxmlformats.org/officeDocument/2006/relationships/notesSlide" Target="/ppt/notesSlides/notesSlide3.xml" Id="R6dd7d575702547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d2e7d70174019" /><Relationship Type="http://schemas.openxmlformats.org/officeDocument/2006/relationships/notesSlide" Target="/ppt/notesSlides/notesSlide4.xml" Id="R32a85d666d68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9ebb47b67468e" /><Relationship Type="http://schemas.openxmlformats.org/officeDocument/2006/relationships/notesSlide" Target="/ppt/notesSlides/notesSlide5.xml" Id="R1cb925d3ba9c41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d775c6e514c39" /><Relationship Type="http://schemas.openxmlformats.org/officeDocument/2006/relationships/notesSlide" Target="/ppt/notesSlides/notesSlide6.xml" Id="R4ca9bed2534642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029A8-0054-4642-B192-46064B1A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BEFORE / SOURCE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05331-B1B3-4CBD-B0D0-E422D97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Community project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C6282-4CC3-4E7A-8999-1BBB56D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This fictional workshop helps 12 participants plan a small community project. It takes place online on 18 November 2026 from 10:00 to 11:30. Participants bring one idea, a notebook and the name of someone who could help. The outcome is a one-page action plan and an assigned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4159C-313C-4882-9A0E-E4D32B0E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Fictional demonstration by Código Nexo</a:t>
            </a:r>
          </a:p>
        </p:txBody>
      </p:sp>
    </p:spTree>
    <p:extLst>
      <p:ext uri="{BB962C8B-B14F-4D97-AF65-F5344CB8AC3E}">
        <p14:creationId xmlns:p14="http://schemas.microsoft.com/office/powerpoint/2010/main" val="321890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39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36075-A679-437B-AAF8-171928F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D9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9D9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D9EB"/>
                </a:solidFill>
                <a:latin typeface="Arial"/>
                <a:ea typeface="Arial"/>
                <a:cs typeface="Arial"/>
              </a:rPr>
              <a:t>AFTER / EDITABLE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0B490-74E5-45A0-A200-54C85718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00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Community project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4DCF7-6798-4115-89C1-655FA1B4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one-page plan with an owner and a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621D0-6D5E-4CAB-80BF-614EAC76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D9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9D9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D9EB"/>
                </a:solidFill>
                <a:latin typeface="Arial"/>
                <a:ea typeface="Arial"/>
                <a:cs typeface="Arial"/>
              </a:rPr>
              <a:t>18 November 2026   10:00–11:30   Online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5F746-1121-4784-A696-13F837B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one idea, a notebook and the name of someone who could help.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participants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6D046-FA1C-4747-9B9A-5FFEAEE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D9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9D9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9EB"/>
                </a:solidFill>
                <a:latin typeface="Arial"/>
                <a:ea typeface="Arial"/>
                <a:cs typeface="Arial"/>
              </a:rPr>
              <a:t>Fictional demonstration by Código Nexo</a:t>
            </a:r>
          </a:p>
        </p:txBody>
      </p:sp>
    </p:spTree>
    <p:extLst>
      <p:ext uri="{BB962C8B-B14F-4D97-AF65-F5344CB8AC3E}">
        <p14:creationId xmlns:p14="http://schemas.microsoft.com/office/powerpoint/2010/main" val="138229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411D1-FB0F-4CC9-9FEF-EA06FE5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BEFORE / SOURCE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63735-5BD8-479A-B286-A9423F1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Workshop 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501DF-11F8-43F4-A093-E7E3EFC5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10:00 Welcome and project ideas, 15 minutes. 10:15 Define a practical outcome, 20 minutes. 10:35 Build the action plan, 35 minutes. 11:10 Review and next steps, 20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138FE-D3E8-4692-9827-2C9F906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Fictional demonstration by Código Nexo</a:t>
            </a:r>
          </a:p>
        </p:txBody>
      </p:sp>
    </p:spTree>
    <p:extLst>
      <p:ext uri="{BB962C8B-B14F-4D97-AF65-F5344CB8AC3E}">
        <p14:creationId xmlns:p14="http://schemas.microsoft.com/office/powerpoint/2010/main" val="547578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3A0FF-D019-48FC-AFD4-C298353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AFTER / EDITABLE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5E4A3-5F7C-40C7-8E6D-2CECC42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94F"/>
                </a:solidFill>
                <a:latin typeface="Arial"/>
                <a:ea typeface="Arial"/>
                <a:cs typeface="Arial"/>
              </a:rPr>
              <a:t>Workshop 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ADFB3-6C6A-45EB-989F-EF9BF51D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C96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20811-01B6-4A66-BA9B-128C981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Welcome and project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4644A-2DA3-45DB-B852-BA459A3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7928D-56FC-4180-86B5-2D40C1B7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C96"/>
                </a:solidFill>
                <a:latin typeface="Arial"/>
                <a:ea typeface="Arial"/>
                <a:cs typeface="Arial"/>
              </a:rPr>
              <a:t>10:15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94E21-343E-4490-92E3-169E4FF0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Define a practical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023B7-7943-4E1E-8BD5-C94157DA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20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00F38-A6D0-40BC-BBBB-BE63D90C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C96"/>
                </a:solidFill>
                <a:latin typeface="Arial"/>
                <a:ea typeface="Arial"/>
                <a:cs typeface="Arial"/>
              </a:rPr>
              <a:t>10:35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8B1D3-35F3-4BAC-A9C0-AA1A70E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243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Build the action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032E6-8ABF-4B57-990A-CCF110F4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243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35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ECE79-10B7-464B-9FEA-2B27C911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6C96"/>
                </a:solidFill>
                <a:latin typeface="Arial"/>
                <a:ea typeface="Arial"/>
                <a:cs typeface="Arial"/>
              </a:rPr>
              <a:t>11:10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A6939-B84A-44C1-9D9B-BBF92CF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434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Review and next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E52F3-0D36-4F0E-B122-5B158CC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43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20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425B4-AE11-4A53-8DF7-E43715AE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Fictional demonstration by Código Nexo</a:t>
            </a:r>
          </a:p>
        </p:txBody>
      </p:sp>
    </p:spTree>
    <p:extLst>
      <p:ext uri="{BB962C8B-B14F-4D97-AF65-F5344CB8AC3E}">
        <p14:creationId xmlns:p14="http://schemas.microsoft.com/office/powerpoint/2010/main" val="596435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C3DE5-7F61-4EC8-ACC4-699CB0F9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BEFORE / SOURCE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B5A7B-7902-4ED0-9579-9C6E12C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After the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0D108-8C77-4E76-9647-408F58A0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Participants send their action plans to the coordinator within two working days. Every action needs an owner and a date. The coordinator checks those details and returns any questions. Participants use the revised plan to carry out the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DED04-1FD4-4E87-AB63-661A200F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Fictional demonstration by Código Nexo</a:t>
            </a:r>
          </a:p>
        </p:txBody>
      </p:sp>
    </p:spTree>
    <p:extLst>
      <p:ext uri="{BB962C8B-B14F-4D97-AF65-F5344CB8AC3E}">
        <p14:creationId xmlns:p14="http://schemas.microsoft.com/office/powerpoint/2010/main" val="830787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4BE59-6EC5-4972-A74D-B6D8676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AFTER / EDITABLE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7B107-BD6C-4C4A-BB5E-29E2B6F1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94F"/>
                </a:solidFill>
                <a:latin typeface="Arial"/>
                <a:ea typeface="Arial"/>
                <a:cs typeface="Arial"/>
              </a:rPr>
              <a:t>After the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C153D-221C-4F2F-A7A6-BAFAAE57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6C9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6C96"/>
                </a:solidFill>
                <a:latin typeface="Arial"/>
                <a:ea typeface="Arial"/>
                <a:cs typeface="Arial"/>
              </a:rPr>
              <a:t>Within two working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7F96-ABA0-4A4A-85CB-EDA4C82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Send your action plan to the coordinator.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9E7CA-4299-4722-9A10-6467D777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Each action includes an owner and a date.</a:t>
            </a:r>
          </a:p>
          <a:p xmlns:a="http://schemas.openxmlformats.org/drawingml/2006/main">
            <a:pPr>
              <a:defRPr sz="2175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The coordinator checks the details and returns questions.</a:t>
            </a:r>
          </a:p>
          <a:p xmlns:a="http://schemas.openxmlformats.org/drawingml/2006/main">
            <a:pPr>
              <a:defRPr sz="2175" b="0">
                <a:solidFill>
                  <a:srgbClr val="17394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94F"/>
                </a:solidFill>
                <a:latin typeface="Arial"/>
                <a:ea typeface="Arial"/>
                <a:cs typeface="Arial"/>
              </a:rPr>
              <a:t>Use the revised plan to carry out the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4862C-7562-4503-92B1-D782101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779"/>
                </a:solidFill>
                <a:latin typeface="Arial"/>
                <a:ea typeface="Arial"/>
                <a:cs typeface="Arial"/>
              </a:rPr>
              <a:t>Fictional demonstration by Código Nexo</a:t>
            </a:r>
          </a:p>
        </p:txBody>
      </p:sp>
    </p:spTree>
    <p:extLst>
      <p:ext uri="{BB962C8B-B14F-4D97-AF65-F5344CB8AC3E}">
        <p14:creationId xmlns:p14="http://schemas.microsoft.com/office/powerpoint/2010/main" val="125909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2026-10-09T20:30:58.0890000Z</dcterms:created>
  <dcterms:modified xsi:type="dcterms:W3CDTF">2026-10-09T20:30:58.0890000Z</dcterms:modified>
</coreProperties>
</file>