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052f1d9e94924" /><Relationship Type="http://schemas.openxmlformats.org/officeDocument/2006/relationships/extended-properties" Target="/docProps/app.xml" Id="Ra9817d99c4fc47fd" /><Relationship Type="http://schemas.openxmlformats.org/officeDocument/2006/relationships/officeDocument" Target="/ppt/presentation.xml" Id="Reb90788b1e3a40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c028131a54574"/>
  </p:sldMasterIdLst>
  <p:notesMasterIdLst>
    <p:notesMasterId xmlns:r="http://schemas.openxmlformats.org/officeDocument/2006/relationships" r:id="R328e3ebb1d084ff1"/>
  </p:notesMasterIdLst>
  <p:sldIdLst>
    <p:sldId xmlns:r="http://schemas.openxmlformats.org/officeDocument/2006/relationships" id="256" r:id="Rd790d1f3aaae4f5f"/>
    <p:sldId xmlns:r="http://schemas.openxmlformats.org/officeDocument/2006/relationships" id="257" r:id="Rf88c08b82ac645e1"/>
    <p:sldId xmlns:r="http://schemas.openxmlformats.org/officeDocument/2006/relationships" id="258" r:id="R2047a5ce0cf24e6f"/>
    <p:sldId xmlns:r="http://schemas.openxmlformats.org/officeDocument/2006/relationships" id="259" r:id="R5911b37e9c1e4286"/>
    <p:sldId xmlns:r="http://schemas.openxmlformats.org/officeDocument/2006/relationships" id="260" r:id="R50a1412f2c4346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df19de3524ec2" /><Relationship Type="http://schemas.openxmlformats.org/officeDocument/2006/relationships/slideMaster" Target="/ppt/slideMasters/slideMaster1.xml" Id="Rc82c028131a54574" /><Relationship Type="http://schemas.openxmlformats.org/officeDocument/2006/relationships/notesMaster" Target="/ppt/notesMasters/notesMaster1.xml" Id="R328e3ebb1d084ff1" /><Relationship Type="http://schemas.openxmlformats.org/officeDocument/2006/relationships/presProps" Target="/ppt/presProps.xml" Id="Rcd9cef06fede464c" /><Relationship Type="http://schemas.openxmlformats.org/officeDocument/2006/relationships/tableStyles" Target="/ppt/tableStyles.xml" Id="R28fcbdc267ae4fee" /><Relationship Type="http://schemas.openxmlformats.org/officeDocument/2006/relationships/slide" Target="/ppt/slides/slide1.xml" Id="Rd790d1f3aaae4f5f" /><Relationship Type="http://schemas.openxmlformats.org/officeDocument/2006/relationships/slide" Target="/ppt/slides/slide2.xml" Id="Rf88c08b82ac645e1" /><Relationship Type="http://schemas.openxmlformats.org/officeDocument/2006/relationships/slide" Target="/ppt/slides/slide3.xml" Id="R2047a5ce0cf24e6f" /><Relationship Type="http://schemas.openxmlformats.org/officeDocument/2006/relationships/slide" Target="/ppt/slides/slide4.xml" Id="R5911b37e9c1e4286" /><Relationship Type="http://schemas.openxmlformats.org/officeDocument/2006/relationships/slide" Target="/ppt/slides/slide5.xml" Id="R50a1412f2c43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b8c54605a5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4a4adc8fd746c1" /><Relationship Type="http://schemas.openxmlformats.org/officeDocument/2006/relationships/notesMaster" Target="/ppt/notesMasters/notesMaster1.xml" Id="Rcd017b3f6e1e41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5209aa1f84141" /><Relationship Type="http://schemas.openxmlformats.org/officeDocument/2006/relationships/notesMaster" Target="/ppt/notesMasters/notesMaster1.xml" Id="Rca16d39bdd3b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c1227dbf74ce7" /><Relationship Type="http://schemas.openxmlformats.org/officeDocument/2006/relationships/notesMaster" Target="/ppt/notesMasters/notesMaster1.xml" Id="R1dca0a559ca1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beb5fc6697494c" /><Relationship Type="http://schemas.openxmlformats.org/officeDocument/2006/relationships/notesMaster" Target="/ppt/notesMasters/notesMaster1.xml" Id="R5a54f764fc8d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b2ca497ad9406a" /><Relationship Type="http://schemas.openxmlformats.org/officeDocument/2006/relationships/notesMaster" Target="/ppt/notesMasters/notesMaster1.xml" Id="Rac1b47d985ee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ficticia de diseño y organización de contenido. No representa un cliente, una capacitación contratada ni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ficticia de diseño y organización de contenido. No representa un cliente, una capacitación contratada ni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ficticia de diseño y organización de contenido. No representa un cliente, una capacitación contratada ni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ficticia de diseño y organización de contenido. No representa un cliente, una capacitación contratada ni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ficticia de diseño y organización de contenido. No representa un cliente, una capacitación contratada ni resultados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3b2fd149344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d18de192142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ea1670f8945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7de1910a64c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e5d61e4bc4a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d7973e8f946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367D26-5C30-4F5B-BD28-49D8338E0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0BB5AD-49B9-4B4A-9AFE-C4CE224CA3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B31A62-D49B-45C5-9C64-B04DEFAEB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685561-2FFC-446D-9FF0-87A57C1E1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C387AC-2743-4A01-B4BC-5C6D747D5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09E632-C7BE-4CD5-B88E-79CB2F9DF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7DB492-7290-4882-BDA0-09C839D2B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F8CB06-CC12-4A29-8E4C-F98BE7AF63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6939F4-9FE9-4D0E-A882-FC6F64FD0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62AA46-8206-403F-8541-917FFEEC5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fd43e622e4c2b" /><Relationship Type="http://schemas.openxmlformats.org/officeDocument/2006/relationships/slideLayout" Target="/ppt/slideLayouts/slideLayout1.xml" Id="Raf2ed5ffb01d486b" /><Relationship Type="http://schemas.openxmlformats.org/officeDocument/2006/relationships/slideLayout" Target="/ppt/slideLayouts/slideLayout2.xml" Id="R37ddb9120c654969" /><Relationship Type="http://schemas.openxmlformats.org/officeDocument/2006/relationships/slideLayout" Target="/ppt/slideLayouts/slideLayout3.xml" Id="Rd33d5fea3b1548eb" /><Relationship Type="http://schemas.openxmlformats.org/officeDocument/2006/relationships/slideLayout" Target="/ppt/slideLayouts/slideLayout4.xml" Id="R89a581b18e454e88" /><Relationship Type="http://schemas.openxmlformats.org/officeDocument/2006/relationships/slideLayout" Target="/ppt/slideLayouts/slideLayout5.xml" Id="R5997aa4fafb54acf" /><Relationship Type="http://schemas.openxmlformats.org/officeDocument/2006/relationships/slideLayout" Target="/ppt/slideLayouts/slideLayout6.xml" Id="Rc8b120704bd9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ed5ffb01d486b"/>
    <p:sldLayoutId xmlns:r="http://schemas.openxmlformats.org/officeDocument/2006/relationships" id="2147483650" r:id="R37ddb9120c654969"/>
    <p:sldLayoutId xmlns:r="http://schemas.openxmlformats.org/officeDocument/2006/relationships" id="2147483651" r:id="Rd33d5fea3b1548eb"/>
    <p:sldLayoutId xmlns:r="http://schemas.openxmlformats.org/officeDocument/2006/relationships" id="2147483652" r:id="R89a581b18e454e88"/>
    <p:sldLayoutId xmlns:r="http://schemas.openxmlformats.org/officeDocument/2006/relationships" id="2147483653" r:id="R5997aa4fafb54acf"/>
    <p:sldLayoutId xmlns:r="http://schemas.openxmlformats.org/officeDocument/2006/relationships" id="2147483654" r:id="Rc8b120704bd9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8350dcadb4dfa" /><Relationship Type="http://schemas.openxmlformats.org/officeDocument/2006/relationships/notesSlide" Target="/ppt/notesSlides/notesSlide1.xml" Id="R0ef4174b88e1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c4eb3c8494edc" /><Relationship Type="http://schemas.openxmlformats.org/officeDocument/2006/relationships/notesSlide" Target="/ppt/notesSlides/notesSlide2.xml" Id="Rb6db61ad56ae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61de95770489d" /><Relationship Type="http://schemas.openxmlformats.org/officeDocument/2006/relationships/notesSlide" Target="/ppt/notesSlides/notesSlide3.xml" Id="Rb165ddef83c9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381eb0ec64b6a" /><Relationship Type="http://schemas.openxmlformats.org/officeDocument/2006/relationships/notesSlide" Target="/ppt/notesSlides/notesSlide4.xml" Id="R5595e73f0327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b99dc6d5047b0" /><Relationship Type="http://schemas.openxmlformats.org/officeDocument/2006/relationships/notesSlide" Target="/ppt/notesSlides/notesSlide5.xml" Id="R65862987b3a74b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38228-AE3D-4263-B6B7-65186C8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rPr>
              <a:t>MUESTRA FICTICIA · DISEÑO POR CÓDIGO 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C38F4-0296-4BF9-A559-E76A3F5C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rPr>
              <a:t>PROPUESTA DE CAPACITACIÓN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2D33C-2F22-4ACB-BF05-3010B43A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Conversaciones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aclaran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siguiente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91B4C-8260-4DB5-8D43-04841D31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rPr>
              <a:t>Taller de atención al cliente para profesionales independientes</a:t>
            </a:r>
          </a:p>
        </p:txBody>
      </p:sp>
    </p:spTree>
    <p:extLst>
      <p:ext uri="{BB962C8B-B14F-4D97-AF65-F5344CB8AC3E}">
        <p14:creationId xmlns:p14="http://schemas.microsoft.com/office/powerpoint/2010/main" val="1386218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B84FB-D8C0-4A6F-ADBB-67B9838C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MUESTRA FICTICIA · DISEÑO POR CÓDIGO 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63E71-784D-423E-9926-0BC70279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Una consulta necesita una respuesta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A0F50-44DA-498B-B5F5-51192DD0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rPr>
              <a:t>“¿Cuánto cuesta y qué incluye?”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FD48C-A45B-4CFA-80A0-43FA5C8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rPr>
              <a:t>El taller propone practicar respuestas que expliquen el alcance,</a:t>
            </a:r>
          </a:p>
          <a:p xmlns:a="http://schemas.openxmlformats.org/drawingml/2006/main">
            <a:pPr>
              <a:defRPr sz="232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rPr>
              <a:t>confirmen lo que necesita la persona y dejen un acuerdo claro.</a:t>
            </a:r>
          </a:p>
        </p:txBody>
      </p:sp>
    </p:spTree>
    <p:extLst>
      <p:ext uri="{BB962C8B-B14F-4D97-AF65-F5344CB8AC3E}">
        <p14:creationId xmlns:p14="http://schemas.microsoft.com/office/powerpoint/2010/main" val="1409519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2207E-AD52-47A8-8C71-82BC116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MUESTRA FICTICIA · DISEÑO POR CÓDIGO 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20ED3-4733-401F-99F1-E09ABA5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Programa del taller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9DA9C-4DEE-4769-AABB-04B71086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2152F-68F5-46F7-9CE6-3605378B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002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Entender la consulta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C96B-B8EF-4905-B395-07153DF0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336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Preguntas para conocer la necesidad.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A7539-3648-437D-AAD5-4461E0EF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3F595-EB27-4AD5-97B0-7C9CAB5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051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Explicar la propuesta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7DA91-7BD9-4A81-AF54-8987083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38575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Alcance, precio y condiciones en lenguaje claro.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0C1D7-DD7B-44FC-8343-538F4255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1B21D-71C3-48B1-B8C0-36EA432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Acordar el seguimiento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0161D-DEEA-419E-9ADD-7A3ABF9A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43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Un responsable y una fecha para el siguiente paso.</a:t>
            </a:r>
          </a:p>
        </p:txBody>
      </p:sp>
    </p:spTree>
    <p:extLst>
      <p:ext uri="{BB962C8B-B14F-4D97-AF65-F5344CB8AC3E}">
        <p14:creationId xmlns:p14="http://schemas.microsoft.com/office/powerpoint/2010/main" val="91119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3636A-CA36-464B-BBDC-2A1EA9A5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6B5CB"/>
                </a:solidFill>
                <a:latin typeface="Helvetica Neue"/>
                <a:ea typeface="Helvetica Neue"/>
                <a:cs typeface="Helvetica Neue"/>
              </a:rPr>
              <a:t>MUESTRA FICTICIA · DISEÑO POR CÓDIGO 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9AD52-992F-46DE-9B8E-E299340F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Ejercicio de 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45DDF-BDFB-46CD-97D0-67BBD3C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rPr>
              <a:t>Mensaje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61BDB-9D55-425C-A573-CE0C899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6196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rPr>
              <a:t>“Le mando información.</a:t>
            </a:r>
          </a:p>
          <a:p xmlns:a="http://schemas.openxmlformats.org/drawingml/2006/main">
            <a:pPr>
              <a:defRPr sz="285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C9D6E9"/>
                </a:solidFill>
                <a:latin typeface="Helvetica Neue"/>
                <a:ea typeface="Helvetica Neue"/>
                <a:cs typeface="Helvetica Neue"/>
              </a:rPr>
              <a:t>Cualquier cosa me avisa.”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33AB0-1708-43ED-BF99-F9406A3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BAFF"/>
                </a:solidFill>
                <a:latin typeface="Helvetica Neue"/>
                <a:ea typeface="Helvetica Neue"/>
                <a:cs typeface="Helvetica Neue"/>
              </a:rPr>
              <a:t>Versión trabajada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41A3E-90A0-4D2E-AEA4-FCB17C81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“Te comparto la propuesta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 el alcance y el precio.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¿La revisamos el jueves</a:t>
            </a:r>
          </a:p>
          <a:p xmlns:a="http://schemas.openxmlformats.org/drawingml/2006/main">
            <a:pPr>
              <a:def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las 10?”</a:t>
            </a:r>
          </a:p>
        </p:txBody>
      </p:sp>
    </p:spTree>
    <p:extLst>
      <p:ext uri="{BB962C8B-B14F-4D97-AF65-F5344CB8AC3E}">
        <p14:creationId xmlns:p14="http://schemas.microsoft.com/office/powerpoint/2010/main" val="1111240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9B356-D4A4-417F-9AD0-45511FEB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MUESTRA FICTICIA · DISEÑO POR CÓDIGO NEXO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C5D15-F7F4-462B-9B42-EA52606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Alcance de la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B3412-9FF6-48DF-B2B1-68A743C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15ED1"/>
                </a:solidFill>
                <a:latin typeface="Helvetica Neue"/>
                <a:ea typeface="Helvetica Neue"/>
                <a:cs typeface="Helvetica Neue"/>
              </a:rPr>
              <a:t>90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39B21-A248-4530-8632-3F605F7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Modalidad en línea</a:t>
            </a:r>
          </a:p>
          <a:p xmlns:a="http://schemas.openxmlformats.org/drawingml/2006/main">
            <a:pPr>
              <a:defRPr sz="21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17A"/>
                </a:solidFill>
                <a:latin typeface="Helvetica Neue"/>
                <a:ea typeface="Helvetica Neue"/>
                <a:cs typeface="Helvetica Neue"/>
              </a:rPr>
              <a:t>Práctica con situaciones del participante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0DF07-AA9F-46E8-9ADF-4886B14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574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C32"/>
                </a:solidFill>
                <a:latin typeface="Helvetica Neue"/>
                <a:ea typeface="Helvetica Neue"/>
                <a:cs typeface="Helvetica Neue"/>
              </a:rPr>
              <a:t>Material de apoyo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487DD-D470-480B-B908-8FF753DD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rPr>
              <a:t>Guía de preguntas</a:t>
            </a:r>
          </a:p>
          <a:p xmlns:a="http://schemas.openxmlformats.org/drawingml/2006/main">
            <a:pPr>
              <a:def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rPr>
              <a:t>Plantilla de respuesta</a:t>
            </a:r>
          </a:p>
          <a:p xmlns:a="http://schemas.openxmlformats.org/drawingml/2006/main">
            <a:pPr>
              <a:def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34435A"/>
                </a:solidFill>
                <a:latin typeface="Helvetica Neue"/>
                <a:ea typeface="Helvetica Neue"/>
                <a:cs typeface="Helvetica Neue"/>
              </a:rPr>
              <a:t>Registro de seguimiento</a:t>
            </a:r>
          </a:p>
        </p:txBody>
      </p:sp>
    </p:spTree>
    <p:extLst>
      <p:ext uri="{BB962C8B-B14F-4D97-AF65-F5344CB8AC3E}">
        <p14:creationId xmlns:p14="http://schemas.microsoft.com/office/powerpoint/2010/main" val="34752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2026-10-09T00:36:26.6860000Z</dcterms:created>
  <dcterms:modified xsi:type="dcterms:W3CDTF">2026-10-09T00:36:26.6860000Z</dcterms:modified>
</coreProperties>
</file>